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omments/comment2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9" roundtripDataSignature="AMtx7mi8nMbB76oq5xbiCM8hIr1NiWrjU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Chia-Hui Chang" initials="" lastIdx="3" clrIdx="0"/>
  <p:cmAuthor id="1" name="黃懷萱" initials="" lastIdx="3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customschemas.google.com/relationships/presentationmetadata" Target="meta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06-17T18:17:07.747" idx="1">
    <p:pos x="98" y="2371"/>
    <p:text>有何快速的方法可以下載?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YSgVU"/>
      </p:ext>
    </p:extLst>
  </p:cm>
  <p:cm authorId="1" dt="2025-06-17T18:17:07.747" idx="1">
    <p:pos x="98" y="2371"/>
    <p:text>老師好，目前沒辦法避免環境安裝的問題，已目前專案來說只有兩個路線
1. 整包檔案（下載較久），但可以直接使用
2. 簡易檔案，但使用者需要自己下載套件（可以比較快完成，但是需要使用者自行操作指令，可能會遇到問題）
若要可以很快速的安裝檔案，有某些架構需要重新調整，可能要花不少時間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5aSf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5-01T08:30:27.587" idx="2">
    <p:pos x="96" y="737"/>
    <p:text>檔案都在 P2 的下載連結裡面有附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5aSf4"/>
      </p:ext>
    </p:extLst>
  </p:cm>
  <p:cm authorId="0" dt="2025-05-01T09:43:56.166" idx="2">
    <p:pos x="96" y="737"/>
    <p:text>P2是指?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5aSfw"/>
      </p:ext>
    </p:extLst>
  </p:cm>
  <p:cm authorId="0" dt="2025-05-01T11:30:51.519" idx="3">
    <p:pos x="96" y="737"/>
    <p:text>有原始檔嗎?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YSgVY"/>
      </p:ext>
    </p:extLst>
  </p:cm>
  <p:cm authorId="1" dt="2025-05-01T11:30:51.519" idx="3">
    <p:pos x="96" y="737"/>
    <p:text>第二頁的下載連結裡面
有附程式碼與資料原始檔案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_8YSgVQ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8188b94b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g3f8188b94b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4f89e88cb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3f4f89e88cb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81f8ff91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g3f81f8ff915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2" name="Google Shape;26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5" name="Google Shape;28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f4f89e88cb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4" name="Google Shape;304;g3f4f89e88cb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g3f4f89e88c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4f89e88cb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g3f4f89e88cb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4f89e88cb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f4f89e88cb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f4f89e88cb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f4f89e88cb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4f89e88cb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7" name="Google Shape;357;g3f4f89e88cb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0" name="Google Shape;37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3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naChen1228/MOST_committee.gi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-scm.com/download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www.python.org/downloads/release/python-31011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yrLFD6SsjqOV3T37nAB6LskgI7o_EG7c?usp=shar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2.xml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zh-TW" sz="2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lang="zh-TW" sz="4300" b="0" i="0" u="sng" strike="noStrike" cap="non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lang="zh-TW" sz="2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TW" sz="2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sz="26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endParaRPr sz="26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8" name="Google Shape;68;p3"/>
          <p:cNvSpPr txBox="1">
            <a:spLocks noGrp="1"/>
          </p:cNvSpPr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 b="1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r="69102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lang="zh-TW" sz="1800" b="0" i="0" u="sng" strike="noStrike" cap="non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zh-TW" sz="15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sz="15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zh-TW" sz="15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sz="15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 b="1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>
            <a:spLocks noGrp="1"/>
          </p:cNvSpPr>
          <p:nvPr>
            <p:ph type="body" idx="1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32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lang="zh-TW" sz="1400" b="1"/>
              <a:t>下載連結: https://visualstudio.microsoft.com/zh-hant/visual-cpp-build-tools/ </a:t>
            </a:r>
            <a:endParaRPr sz="1400" b="1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sz="12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l="1146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w="28575" cap="flat" cmpd="sng">
              <a:solidFill>
                <a:srgbClr val="E06666"/>
              </a:solidFill>
              <a:prstDash val="dashDot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w="19050" cap="flat" cmpd="sng">
              <a:solidFill>
                <a:srgbClr val="CC0000"/>
              </a:solidFill>
              <a:prstDash val="dashDot"/>
              <a:round/>
              <a:headEnd type="none" w="sm" len="sm"/>
              <a:tailEnd type="none" w="sm" len="sm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lang="zh-TW" sz="1800" b="1" i="0" u="none" strike="noStrike" cap="non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sz="1800" b="1" i="0" u="none" strike="noStrike" cap="non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lang="zh-TW" sz="1800" b="1" i="0" u="none" strike="noStrike" cap="non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sz="1800" b="1" i="0" u="none" strike="noStrike" cap="non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lang="zh-TW" sz="1800" b="1" i="0" u="none" strike="noStrike" cap="non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sz="1800" b="1" i="0" u="none" strike="noStrike" cap="non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 sz="1400" b="1"/>
              <a:t>Waiting… 會很久！</a:t>
            </a:r>
            <a:endParaRPr sz="1400" b="1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7" name="Google Shape;107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 b="1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TW" sz="12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sz="12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g3f8188b94b7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650" y="1634351"/>
            <a:ext cx="4843490" cy="231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f8188b94b7_0_0"/>
          <p:cNvSpPr txBox="1">
            <a:spLocks noGrp="1"/>
          </p:cNvSpPr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 b="1"/>
              <a:t>下載 python 3.10.11</a:t>
            </a:r>
            <a:endParaRPr b="1"/>
          </a:p>
        </p:txBody>
      </p:sp>
      <p:sp>
        <p:nvSpPr>
          <p:cNvPr id="116" name="Google Shape;116;g3f8188b94b7_0_0"/>
          <p:cNvSpPr txBox="1"/>
          <p:nvPr/>
        </p:nvSpPr>
        <p:spPr>
          <a:xfrm>
            <a:off x="1725550" y="409600"/>
            <a:ext cx="435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>
                <a:solidFill>
                  <a:schemeClr val="dk2"/>
                </a:solidFill>
              </a:rPr>
              <a:t>下載 </a:t>
            </a:r>
            <a:r>
              <a:rPr lang="zh-TW" sz="1800" u="sng">
                <a:solidFill>
                  <a:schemeClr val="hlink"/>
                </a:solidFill>
                <a:hlinkClick r:id="rId4"/>
              </a:rPr>
              <a:t>python 3.10.11</a:t>
            </a:r>
            <a:r>
              <a:rPr lang="zh-TW" sz="1800">
                <a:solidFill>
                  <a:schemeClr val="dk2"/>
                </a:solidFill>
              </a:rPr>
              <a:t> 到電腦中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f8188b94b7_0_0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f8188b94b7_0_0"/>
          <p:cNvSpPr/>
          <p:nvPr/>
        </p:nvSpPr>
        <p:spPr>
          <a:xfrm>
            <a:off x="321975" y="3055600"/>
            <a:ext cx="4686900" cy="4155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8188b94b7_0_0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zh-TW" sz="15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sz="15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f8188b94b7_0_0"/>
          <p:cNvSpPr/>
          <p:nvPr/>
        </p:nvSpPr>
        <p:spPr>
          <a:xfrm rot="5400000">
            <a:off x="2157225" y="3583050"/>
            <a:ext cx="4776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f8188b94b7_0_0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f8188b94b7_0_0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zh-TW" sz="15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sz="15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8188b94b7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34013" y="4047500"/>
            <a:ext cx="1724025" cy="276225"/>
          </a:xfrm>
          <a:prstGeom prst="rect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4" name="Google Shape;124;g3f8188b94b7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12875" y="2719275"/>
            <a:ext cx="3663775" cy="233007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f8188b94b7_0_0"/>
          <p:cNvSpPr/>
          <p:nvPr/>
        </p:nvSpPr>
        <p:spPr>
          <a:xfrm>
            <a:off x="6384578" y="3471100"/>
            <a:ext cx="1899000" cy="5271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31" name="Google Shape;131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4f89e88cb_0_10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37" name="Google Shape;137;g3f4f89e88cb_0_105"/>
          <p:cNvSpPr txBox="1">
            <a:spLocks noGrp="1"/>
          </p:cNvSpPr>
          <p:nvPr>
            <p:ph type="body" idx="1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800"/>
            </a:pPr>
            <a:r>
              <a:rPr lang="zh-TW" altLang="en-US" sz="1800" dirty="0">
                <a:solidFill>
                  <a:schemeClr val="dk2"/>
                </a:solidFill>
              </a:rPr>
              <a:t>檔案在這：</a:t>
            </a:r>
          </a:p>
          <a:p>
            <a:pPr lvl="0">
              <a:buSzPts val="1800"/>
            </a:pPr>
            <a:r>
              <a:rPr lang="en-US" altLang="zh-TW" sz="1800" u="sng" dirty="0">
                <a:solidFill>
                  <a:schemeClr val="hlink"/>
                </a:solidFill>
                <a:hlinkClick r:id="rId3"/>
              </a:rPr>
              <a:t>https://drive.google.com/drive/folders/1yrLFD6SsjqOV3T37nAB6LskgI7o_EG7c?usp=sharing</a:t>
            </a:r>
            <a:endParaRPr lang="en-US" altLang="zh-TW" sz="1800" dirty="0">
              <a:solidFill>
                <a:schemeClr val="dk2"/>
              </a:solidFill>
            </a:endParaRPr>
          </a:p>
        </p:txBody>
      </p:sp>
      <p:pic>
        <p:nvPicPr>
          <p:cNvPr id="139" name="Google Shape;139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r="70532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2" name="Google Shape;142;g3f4f89e88cb_0_105"/>
          <p:cNvCxnSpPr/>
          <p:nvPr/>
        </p:nvCxnSpPr>
        <p:spPr>
          <a:xfrm rot="10800000" flipH="1">
            <a:off x="3072125" y="2102300"/>
            <a:ext cx="1396500" cy="845700"/>
          </a:xfrm>
          <a:prstGeom prst="straightConnector1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" name="Google Shape;143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7" name="Google Shape;147;g3f4f89e88cb_0_105"/>
          <p:cNvCxnSpPr>
            <a:endCxn id="146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8" name="Google Shape;148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下載後直接放入資料夾中(包含data/database)</a:t>
            </a:r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1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申請案件中教授紀錄，用於後續教授資訊更新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55" name="Google Shape;155;p7"/>
          <p:cNvPicPr preferRelativeResize="0"/>
          <p:nvPr/>
        </p:nvPicPr>
        <p:blipFill rotWithShape="1">
          <a:blip r:embed="rId3">
            <a:alphaModFix/>
          </a:blip>
          <a:srcRect r="59933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 b="1"/>
              <a:t>準備的資料</a:t>
            </a:r>
            <a:endParaRPr b="1"/>
          </a:p>
        </p:txBody>
      </p:sp>
      <p:sp>
        <p:nvSpPr>
          <p:cNvPr id="162" name="Google Shape;162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pic>
        <p:nvPicPr>
          <p:cNvPr id="163" name="Google Shape;16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zh-TW" sz="1700" b="0" i="0" u="none" strike="noStrike" cap="non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lang="zh-TW" sz="1700" b="0" i="0" u="none" strike="noStrike" cap="non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sz="1700" b="0" i="0" u="none" strike="noStrike" cap="non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zh-TW" sz="1700" b="0" i="0" u="none" strike="noStrike" cap="non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sz="1700" b="0" i="0" u="none" strike="noStrike" cap="non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zh-TW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lang="zh-TW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zh-TW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zh-TW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zh-TW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lang="zh-TW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70" name="Google Shape;17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1" name="Google Shape;171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zh-TW" sz="17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sz="17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zh-TW" sz="17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sz="17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77" name="Google Shape;177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zh-TW" sz="2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sz="2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83" name="Google Shape;183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93" name="Google Shape;19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b="0" i="0" u="none" strike="noStrike" cap="non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f81f8ff915_0_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Arial"/>
              <a:buNone/>
            </a:pPr>
            <a:r>
              <a:rPr lang="zh-TW"/>
              <a:t>Step 2: 安裝環境</a:t>
            </a:r>
            <a:endParaRPr/>
          </a:p>
        </p:txBody>
      </p:sp>
      <p:sp>
        <p:nvSpPr>
          <p:cNvPr id="203" name="Google Shape;203;g3f81f8ff915_0_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若發現點擊後沒有反應或是在終端機執行發現圖中錯誤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</p:txBody>
      </p:sp>
      <p:pic>
        <p:nvPicPr>
          <p:cNvPr id="204" name="Google Shape;204;g3f81f8ff915_0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5973" y="410700"/>
            <a:ext cx="4006325" cy="64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f81f8ff915_0_2" title="截圖 2026-07-15 14.45.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474" y="2384149"/>
            <a:ext cx="3048426" cy="150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g3f81f8ff915_0_2" title="截圖 2026-07-15 14.46.2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16413" y="2372875"/>
            <a:ext cx="3727700" cy="210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g3f81f8ff915_0_2" title="截圖 2026-07-15 14.46.4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32600" y="2472425"/>
            <a:ext cx="1880975" cy="98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g3f81f8ff915_0_2"/>
          <p:cNvSpPr/>
          <p:nvPr/>
        </p:nvSpPr>
        <p:spPr>
          <a:xfrm>
            <a:off x="2199200" y="3309175"/>
            <a:ext cx="846300" cy="2316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f81f8ff915_0_2"/>
          <p:cNvSpPr/>
          <p:nvPr/>
        </p:nvSpPr>
        <p:spPr>
          <a:xfrm>
            <a:off x="4024213" y="2778713"/>
            <a:ext cx="372600" cy="1110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3f81f8ff915_0_2"/>
          <p:cNvSpPr/>
          <p:nvPr/>
        </p:nvSpPr>
        <p:spPr>
          <a:xfrm>
            <a:off x="6194938" y="3589438"/>
            <a:ext cx="610800" cy="1110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3f81f8ff915_0_2"/>
          <p:cNvSpPr/>
          <p:nvPr/>
        </p:nvSpPr>
        <p:spPr>
          <a:xfrm>
            <a:off x="7132600" y="3159925"/>
            <a:ext cx="1317000" cy="1110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g3f81f8ff915_0_2"/>
          <p:cNvSpPr/>
          <p:nvPr/>
        </p:nvSpPr>
        <p:spPr>
          <a:xfrm>
            <a:off x="2997925" y="3540775"/>
            <a:ext cx="510600" cy="37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3f81f8ff915_0_2"/>
          <p:cNvSpPr/>
          <p:nvPr/>
        </p:nvSpPr>
        <p:spPr>
          <a:xfrm rot="-1726116">
            <a:off x="6857958" y="3397907"/>
            <a:ext cx="624593" cy="3766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g3f81f8ff915_0_2"/>
          <p:cNvSpPr txBox="1"/>
          <p:nvPr/>
        </p:nvSpPr>
        <p:spPr>
          <a:xfrm>
            <a:off x="7458075" y="3309175"/>
            <a:ext cx="1555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 b="1">
                <a:solidFill>
                  <a:srgbClr val="FF0000"/>
                </a:solidFill>
              </a:rPr>
              <a:t>打勾後儲存</a:t>
            </a:r>
            <a:endParaRPr sz="15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220" name="Google Shape;22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lang="zh-TW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sp>
        <p:nvSpPr>
          <p:cNvPr id="228" name="Google Shape;228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229" name="Google Shape;22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0" name="Google Shape;230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1" name="Google Shape;231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zh-TW" sz="29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sz="29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2" name="Google Shape;232;p14"/>
          <p:cNvPicPr preferRelativeResize="0"/>
          <p:nvPr/>
        </p:nvPicPr>
        <p:blipFill rotWithShape="1">
          <a:blip r:embed="rId5">
            <a:alphaModFix/>
          </a:blip>
          <a:srcRect l="1574" r="72059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38" name="Google Shape;23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39" name="Google Shape;239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0" name="Google Shape;240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" name="Google Shape;241;p15"/>
          <p:cNvPicPr preferRelativeResize="0"/>
          <p:nvPr/>
        </p:nvPicPr>
        <p:blipFill rotWithShape="1">
          <a:blip r:embed="rId4">
            <a:alphaModFix/>
          </a:blip>
          <a:srcRect r="50985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2" name="Google Shape;242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zh-TW" sz="23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sz="23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48" name="Google Shape;248;p16"/>
          <p:cNvSpPr txBox="1">
            <a:spLocks noGrp="1"/>
          </p:cNvSpPr>
          <p:nvPr>
            <p:ph type="body" idx="1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pic>
        <p:nvPicPr>
          <p:cNvPr id="249" name="Google Shape;249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0" name="Google Shape;250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zh-TW" sz="23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sz="23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Google Shape;251;p16"/>
          <p:cNvPicPr preferRelativeResize="0"/>
          <p:nvPr/>
        </p:nvPicPr>
        <p:blipFill rotWithShape="1">
          <a:blip r:embed="rId4">
            <a:alphaModFix/>
          </a:blip>
          <a:srcRect r="76091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57" name="Google Shape;25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計劃摘要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主持人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申請機構</a:t>
            </a:r>
            <a:endParaRPr/>
          </a:p>
        </p:txBody>
      </p:sp>
      <p:pic>
        <p:nvPicPr>
          <p:cNvPr id="258" name="Google Shape;25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9" name="Google Shape;259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zh-TW" sz="23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sz="23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pic>
        <p:nvPicPr>
          <p:cNvPr id="265" name="Google Shape;26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66" name="Google Shape;266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67" name="Google Shape;267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TW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8" name="Google Shape;268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69" name="Google Shape;269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TW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71" name="Google Shape;271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TW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2" name="Google Shape;272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73" name="Google Shape;273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TW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lang="zh-TW" b="1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>
                <a:solidFill>
                  <a:srgbClr val="FF0000"/>
                </a:solidFill>
              </a:rPr>
              <a:t>計劃摘要</a:t>
            </a:r>
            <a:r>
              <a:rPr lang="zh-TW" b="1"/>
              <a:t>：</a:t>
            </a:r>
            <a:r>
              <a:rPr lang="zh-TW"/>
              <a:t>關於計劃的摘要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lang="zh-TW" b="1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lang="zh-TW" b="1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79" name="Google Shape;279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80" name="Google Shape;280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1" name="Google Shape;281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zh-TW" sz="23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sz="23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FF0000"/>
                </a:solidFill>
              </a:rPr>
              <a:t>必要欄位一定要選！！</a:t>
            </a:r>
            <a:endParaRPr sz="18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88" name="Google Shape;28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修改存入資料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89" name="Google Shape;289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sz="36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93" name="Google Shape;293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99" name="Google Shape;299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./data/output/{審查案名稱}_{時間}/...</a:t>
            </a:r>
            <a:endParaRPr/>
          </a:p>
        </p:txBody>
      </p:sp>
      <p:pic>
        <p:nvPicPr>
          <p:cNvPr id="300" name="Google Shape;300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4f89e88cb_0_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307" name="Google Shape;307;g3f4f89e88cb_0_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install_env.bat 若發生錯誤    → 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  <p:pic>
        <p:nvPicPr>
          <p:cNvPr id="308" name="Google Shape;308;g3f4f89e88c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0263" y="816488"/>
            <a:ext cx="4581525" cy="73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4f89e88cb_0_1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314" name="Google Shape;314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4f89e88cb_0_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320" name="Google Shape;320;g3f4f89e88cb_0_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需確認在 data/RDF_database 中有 暫存最新人才資料庫 與 統計清單人才資料_RDF_UNI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321" name="Google Shape;321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sz="36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2" name="Google Shape;322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4" name="Google Shape;324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f4f89e88cb_0_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pic>
        <p:nvPicPr>
          <p:cNvPr id="332" name="Google Shape;332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842950"/>
            <a:ext cx="4468501" cy="2260551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g3f4f89e88cb_0_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NSTC（國家科學及技術委員會研究人才查詢）以「教授名稱＋當前任職單位」取得教授畢業院校（註：部分教授未公開，故查不到）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334" name="Google Shape;334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sz="36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g3f4f89e88cb_0_46"/>
          <p:cNvSpPr/>
          <p:nvPr/>
        </p:nvSpPr>
        <p:spPr>
          <a:xfrm>
            <a:off x="311700" y="4057375"/>
            <a:ext cx="1837200" cy="2637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6" name="Google Shape;336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3850" y="3461150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f4f89e88cb_0_46"/>
          <p:cNvSpPr/>
          <p:nvPr/>
        </p:nvSpPr>
        <p:spPr>
          <a:xfrm>
            <a:off x="5003850" y="3894475"/>
            <a:ext cx="1668000" cy="5043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3f4f89e88cb_0_46"/>
          <p:cNvSpPr txBox="1"/>
          <p:nvPr/>
        </p:nvSpPr>
        <p:spPr>
          <a:xfrm>
            <a:off x="5003850" y="31982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39" name="Google Shape;339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f4f89e88cb_0_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45" name="Google Shape;345;g3f4f89e88cb_0_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346" name="Google Shape;346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sz="36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51" name="Google Shape;351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53" name="Google Shape;353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4f89e88cb_0_8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60" name="Google Shape;360;g3f4f89e88cb_0_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marL="457200" lvl="0" indent="-318416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lang="zh-TW" sz="5658" b="1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「通過」欄不用自己準備——程式會自動補：</a:t>
            </a:r>
            <a:endParaRPr sz="4858"/>
          </a:p>
          <a:p>
            <a:pPr marL="1371600" lvl="2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marL="1371600" lvl="2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marL="457200" lvl="0" indent="-3184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5658" b="1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一樣要有那四個欄位。</a:t>
            </a:r>
            <a:endParaRPr sz="48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marL="457200" lvl="0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4858"/>
              <a:t>必要欄位名稱（確保名稱一致）</a:t>
            </a:r>
            <a:endParaRPr sz="4858"/>
          </a:p>
          <a:p>
            <a:pPr marL="914400" lvl="1" indent="-30571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計畫主持人、計畫中文名稱、中文摘要、中文關鍵字</a:t>
            </a:r>
            <a:endParaRPr sz="4858"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endParaRPr/>
          </a:p>
        </p:txBody>
      </p:sp>
      <p:sp>
        <p:nvSpPr>
          <p:cNvPr id="361" name="Google Shape;361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zh-TW" sz="36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sz="36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67" name="Google Shape;367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74" name="Google Shape;374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1635</Words>
  <Application>Microsoft Office PowerPoint</Application>
  <PresentationFormat>如螢幕大小 (16:9)</PresentationFormat>
  <Paragraphs>165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5" baseType="lpstr">
      <vt:lpstr>Arial</vt:lpstr>
      <vt:lpstr>Calibri</vt:lpstr>
      <vt:lpstr>Simple Light</vt:lpstr>
      <vt:lpstr>國科會計畫審查委員推薦系統操作手冊</vt:lpstr>
      <vt:lpstr>前置準備</vt:lpstr>
      <vt:lpstr>下載 Git</vt:lpstr>
      <vt:lpstr>請預先下載避免遇到這個問題</vt:lpstr>
      <vt:lpstr>請預先下載避免遇到這個問題</vt:lpstr>
      <vt:lpstr>下載 python 3.10.11</vt:lpstr>
      <vt:lpstr>準備檔案</vt:lpstr>
      <vt:lpstr>檔案介紹 → 下載後直接放入資料夾中</vt:lpstr>
      <vt:lpstr>檔案介紹 → 下載後直接放入資料夾中(包含data/database)</vt:lpstr>
      <vt:lpstr>準備的資料</vt:lpstr>
      <vt:lpstr>欄位：</vt:lpstr>
      <vt:lpstr>開始</vt:lpstr>
      <vt:lpstr>Step 1: 更新版本</vt:lpstr>
      <vt:lpstr>Step 2: 安裝環境</vt:lpstr>
      <vt:lpstr>Step 2: 安裝環境</vt:lpstr>
      <vt:lpstr>Step3: 設定要執行的計劃 </vt:lpstr>
      <vt:lpstr>Step3: 設定要執行的計劃   </vt:lpstr>
      <vt:lpstr>選擇要處理的檔案</vt:lpstr>
      <vt:lpstr>選擇那個檔案要處理對應的試算表</vt:lpstr>
      <vt:lpstr>選擇欄位</vt:lpstr>
      <vt:lpstr>選擇欄位 舉例來說！  </vt:lpstr>
      <vt:lpstr>選擇欄位</vt:lpstr>
      <vt:lpstr>Step 4: 執行檔案，雙擊 windows.bat</vt:lpstr>
      <vt:lpstr>輸出的檔案</vt:lpstr>
      <vt:lpstr>過程中可能遇到問題</vt:lpstr>
      <vt:lpstr>更新資料</vt:lpstr>
      <vt:lpstr>更新教授資料</vt:lpstr>
      <vt:lpstr>更新教授資料</vt:lpstr>
      <vt:lpstr>更新通過資料</vt:lpstr>
      <vt:lpstr>更新通過資料</vt:lpstr>
      <vt:lpstr>原理</vt:lpstr>
      <vt:lpstr>WorkFlow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陳冠蓉 (113522079)</cp:lastModifiedBy>
  <cp:revision>1</cp:revision>
  <dcterms:modified xsi:type="dcterms:W3CDTF">2026-07-20T05:46:29Z</dcterms:modified>
</cp:coreProperties>
</file>